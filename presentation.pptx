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4572000" cy="2743200"/>
          </a:xfrm>
          <a:prstGeom prst="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286000"/>
            <a:ext cx="4206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1200"/>
              </a:spcAft>
            </a:pPr>
            <a:r>
              <a:rPr sz="2800" b="1">
                <a:solidFill>
                  <a:srgbClr val="000000"/>
                </a:solidFill>
              </a:rPr>
              <a:t>Final Result - 8.337975261230336e+35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